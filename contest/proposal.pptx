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7315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哪里不爽点哪里!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将用户视觉反馈直观纳入研发闭环的多 Agent 协同系统:ViberFix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5394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猹码古道 · github.com/NLPark-Cran/viber-fix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问题与场景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出了页面,然后呢?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86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4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说不出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看着不爽,却说不出哪里不对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286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4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写不准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663440" y="32004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初窥门径的 Viber,不一定能写出便于执行的精准修改指令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2860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C4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转不动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458200" y="32004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反馈散落在截图和聊天里,全靠人肉中转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从独立开发到客户验收,这个断层处处都在。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核心解决方案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哪里不爽点哪里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103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1089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点选或拖框,自动截图、识别语义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27832" y="205740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9000" y="2103120"/>
            <a:ext cx="502920" cy="50292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69080" y="2103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429000" y="28803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31089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写意见或点术语,外行也说清楚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08192" y="205740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2103120"/>
            <a:ext cx="502920" cy="50292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2103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309360" y="28803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1089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结构化入库,多方同读同写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88552" y="2057400"/>
            <a:ext cx="27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89720" y="2103120"/>
            <a:ext cx="502920" cy="50292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829800" y="2103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整改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189720" y="28803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0" y="31089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定位修改,对比满意再落地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术语自带英文关键词,是跨 Agent 的设计意图锚点。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多 Agent 闭环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八步走完一个闭环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9019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任务输入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2423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框选即提单,截图选择器一并入库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54096"/>
            <a:ext cx="502920" cy="50292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035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35570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按类型和语义角色分派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87952"/>
            <a:ext cx="502920" cy="50292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1696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上下文传递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46908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队列加共享截图目录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321808"/>
            <a:ext cx="502920" cy="50292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5303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58247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Skill、MCP、DSH 同一契约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1920240"/>
            <a:ext cx="502920" cy="50292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19019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结果验证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03720" y="2423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跑构建、做对比、请用户确认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7920" y="3054096"/>
            <a:ext cx="502920" cy="50292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03720" y="30358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证据沉淀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03720" y="35570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轨迹、截图、总结全部留痕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920" y="4187952"/>
            <a:ext cx="502920" cy="50292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03720" y="41696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审批回滚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903720" y="46908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对比即审批,独立提交可 revert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7920" y="5321808"/>
            <a:ext cx="502920" cy="50292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03720" y="5303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经验沉淀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903720" y="58247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成功案例反哺术语库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Agent Identity 清单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五个职能 Agent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6712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哨兵 Scout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框选采集、截图、语义猜测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16712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 Manager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拆解分派、追踪状态、升级人工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16712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248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巧匠 Fixer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1248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根因定位、自动编码、独立提交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50592" y="42062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24912" y="44074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24912" y="4800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 Verifier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24912" y="5394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跑构建、做对比、请人确认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45352" y="42062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440740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19672" y="4800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 Archivist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19672" y="5394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归档轨迹、演进术语库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人始终在场:协同房间全程可见,随时可以插手。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协同设计基点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落在 AgentTeams 上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能力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0" y="1828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C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ViberFix 的落地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317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角色编排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51760" y="233172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Manager-Workers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33172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编排,cran-code 与 dsh 做 Worker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044952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4495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上下文传递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51760" y="304495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Matrix 房间 + MinIO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304495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桥接队列 + 共享截图目录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5818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协同执行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51760" y="375818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多运行时同房间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3758184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QwenWork、cran-code、dsh 同队列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471416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47141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状态追踪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651760" y="4471416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生命周期与心跳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4471416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 + trace.jsonl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184648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1846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人工干预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651760" y="518464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默认可见可干预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5184648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预览对比面板就是裁决点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5897880"/>
            <a:ext cx="11109960" cy="621792"/>
          </a:xfrm>
          <a:prstGeom prst="roundRect">
            <a:avLst>
              <a:gd name="adj" fmla="val 11765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8978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凭证隔离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651760" y="58978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网关持真凭证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0" y="589788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仅本地回环,Agent 不持密钥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Skill 工程体系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三个核心 Skill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viber-fix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编排与修复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消费队列、定位源码、定向改码,失败必附原因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style-advisor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772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样式推荐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3337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看截图给两三个方向,一键应用,只读不改码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12480" y="27432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生图预览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0" y="3337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意见画成预览图叠加对比,失败可退回纯文字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九字段清单在设计文档里;任何视觉反馈改码场景都能复用。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工具集成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一套契约,三种接入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C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QwenWork skill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口令或定时触发,原生消费队列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240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C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17720" y="28803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cran-code 零改造接入,AgentTeams 声明式挂载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240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C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 插件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12480" y="28803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bundle 一行插入,Code Mode 自动可用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换运行时不换契约:能力层和连接层是解耦的。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可观测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每一步都留痕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766560" cy="3566160"/>
          </a:xfrm>
          <a:prstGeom prst="roundRect">
            <a:avLst>
              <a:gd name="adj" fmla="val 2051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data/trace.jsonl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6217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request.created   role=sidebar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status.changed    picked_up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response.sent     suggestions=2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preview.sent      preview.png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status.changed    done 侧边栏→新拟态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589520" y="1920240"/>
            <a:ext cx="4069080" cy="1024128"/>
          </a:xfrm>
          <a:prstGeom prst="roundRect">
            <a:avLst>
              <a:gd name="adj" fmla="val 7143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20482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 + Trace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1812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覆盖请求的完整生命周期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89520" y="3127248"/>
            <a:ext cx="4069080" cy="1024128"/>
          </a:xfrm>
          <a:prstGeom prst="roundRect">
            <a:avLst>
              <a:gd name="adj" fmla="val 7143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32552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三个入口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818120" y="36941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API、CLI、MCP 都能读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0" y="4334256"/>
            <a:ext cx="4069080" cy="1024128"/>
          </a:xfrm>
          <a:prstGeom prst="roundRect">
            <a:avLst>
              <a:gd name="adj" fmla="val 7143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44622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证据存档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818120" y="49011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截图、预览、总结随请求留存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5852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事件语义规整,可平滑映射 OpenTelemetry GenAI。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安全与审计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敢改,也敢退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219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4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预览叠在页面上对比,点了「就按这个改」才动代码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2219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4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随时回滚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每次修复独立提交,失败就 revert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3251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4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权限边界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4937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只监听本地回环,只在项目目录内改码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40690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3251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4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降级幂等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37960" y="4937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不在有 CLI 兜底,状态迁移不怕重复调用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上下文与记忆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三项基本能力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502920" cy="50292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共享状态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队列加截图目录,就是本地版 MinIO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286000"/>
            <a:ext cx="502920" cy="50292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轨迹可观测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全链路事件,可离线评估成功率和耗时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201168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286000"/>
            <a:ext cx="502920" cy="502920"/>
          </a:xfrm>
          <a:prstGeom prst="ellipse">
            <a:avLst/>
          </a:prstGeom>
          <a:solidFill>
            <a:srgbClr val="6C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 RAG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248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术语库与案例库,检索增强整改指令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接数据,Skill 管检索,Agent 判断够不够用。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当前进展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已经跑通,不是概念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C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9659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 MV3:框选、术语、AI 推荐、预览对比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659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C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86600" y="19659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零依赖桥接:队列、截图、控制台、trace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0040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C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32004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QwenWork skill 已安装可用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20040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C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86600" y="32004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 与 DSH 插件包齐备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3484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C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4348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单测真抓真修,修过两个真实 bug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443484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43484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C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86600" y="44348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仓库公开,文档齐全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5852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复赛补 AgentTeams 房间化部署和评测数据。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 开放贡献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开源与演进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0" y="196596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仓库公开,桥接零依赖,文档齐全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4612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1680" y="324612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 MIT,无第三方许可证风险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5669280" cy="1051560"/>
          </a:xfrm>
          <a:prstGeom prst="roundRect">
            <a:avLst>
              <a:gd name="adj" fmla="val 6957"/>
            </a:avLst>
          </a:prstGeom>
          <a:solidFill>
            <a:srgbClr val="161B26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52628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452628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 插件登记,cran-code 技能,术语库可单独分发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CF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AgentTeams 房间化编排与评测指标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31546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Firefox 版本与请求去重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40233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联动热更新,改完自动刷新验证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4892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术语库社区贡献流程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B72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0" y="1005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哪里不爽点哪里!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74904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1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让每一句「看着不对」,都变成一次可验证的修复。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49377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猹码古道 · github.com/NLPark-Cran/viber-fix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ViberFix 哪里不爽点哪里 · 猹码古道</dc:title>
  <dc:subject>PptxGenJS Presentation</dc:subject>
  <dc:creator>PptxGenJS</dc:creator>
  <cp:lastModifiedBy>PptxGenJS</cp:lastModifiedBy>
  <cp:revision>1</cp:revision>
  <dcterms:created xsi:type="dcterms:W3CDTF">2026-08-15T16:55:05Z</dcterms:created>
  <dcterms:modified xsi:type="dcterms:W3CDTF">2026-08-15T16:55:05Z</dcterms:modified>
</cp:coreProperties>
</file>