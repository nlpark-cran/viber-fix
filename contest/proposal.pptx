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692640" y="6400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世界人工智能开源大赛 · Agent Infra 赛道 · 方向三:软件研发全流程协同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哪里不爽点哪里!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ViberFix —— 把视觉反馈变成研发闭环的多 Agent 协同系统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120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队伍:猹码古道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github.com/NLPark-Cran/viber-fix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问题与场景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Vibe 出了页面,然后呢?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286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说不出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看着不爽,却说不出哪里不对——视觉反馈无法结构化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286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写不准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66344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非前端用户写不出 Agent 能执行的精准修改指令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520440" cy="3108960"/>
          </a:xfrm>
          <a:prstGeom prst="roundRect">
            <a:avLst>
              <a:gd name="adj" fmla="val 235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58200" y="2286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转不动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458200" y="32004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反馈散落截图与聊天,定位/修复/验证全靠人肉中转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任何「AI 生成前端 + 人类验收」的工作流都需要同样的反馈→修复闭环:独立开发、设计评审、产品走查、客户验收。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核心解决方案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哪里不爽点哪里:四步把视觉反馈变成任务输入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300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框选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926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扩展像检查元素一样点选/拖框;自动截图、生成选择器、猜测语义(侧边栏/卡片列表…)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46120" y="19202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429000" y="2697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2926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写两句意见,或点术语:新拟态、瀑布流、玻璃拟态——不懂设计也能精准指挥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26480" y="19202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19659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90372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09360" y="2697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926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本地桥接服务=共享状态;截图+选择器+术语结构化入库,多运行时同读同写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06840" y="19202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89720" y="19659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23" name="Text 21"/>
          <p:cNvSpPr/>
          <p:nvPr/>
        </p:nvSpPr>
        <p:spPr>
          <a:xfrm>
            <a:off x="91897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784080" y="1965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整改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9189720" y="2697480"/>
            <a:ext cx="2697480" cy="2743200"/>
          </a:xfrm>
          <a:prstGeom prst="roundRect">
            <a:avLst>
              <a:gd name="adj" fmla="val 271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8320" y="292608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定位源码定向修改;AI 推荐样式、生图预览叠加对比,满意再说「就按这个改」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术语带英文 prompt 关键词(如 neumorphism)随请求下发,作为跨 Agent 的设计意图锚点。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多 Agent 闭环说明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研发全流程的八步闭环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764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任务输入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222199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扩展框选 → 截图+selector+roleGuess+意见+术语入库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39242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 按 type(fix/推荐/预览)与语义角色分派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056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88720" y="45628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JSON + 共享截图目录;术语英文 prompt 作语义锚点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94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52760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88720" y="57332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+ MCP + DSH 插件,同一契约三形态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21" name="Text 19"/>
          <p:cNvSpPr/>
          <p:nvPr/>
        </p:nvSpPr>
        <p:spPr>
          <a:xfrm>
            <a:off x="621792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58000" y="1764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结果验证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0" y="222199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build/lint + 生图预览叠加对比 + 用户确认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2953512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2935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证据沉淀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858000" y="339242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trace.jsonl 状态流转 + 截图/预览存档 + done 总结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217920" y="4123944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4123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858000" y="41056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858000" y="45628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预览对比=人工审批点;改码独立提交,git revert 回滚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217920" y="5294376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33" name="Text 31"/>
          <p:cNvSpPr/>
          <p:nvPr/>
        </p:nvSpPr>
        <p:spPr>
          <a:xfrm>
            <a:off x="6217920" y="5294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858000" y="52760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经验沉淀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858000" y="57332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高频术语组合与成功案例写回术语库,反哺推荐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Agent Identity 清单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五个职能 Agent(≥ 赛题要求 3 个)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574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哨兵 Scout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971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反馈聚合:框选采集、截图、语义猜测、去重结构化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0574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177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 Manager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17720" y="2971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任务拆解分派、状态追踪、异常升级人工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0574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巧匠 Fixer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0" y="2971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根因定位、影响面分析、自动编码;独立提交可回滚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450592" y="41605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24912" y="4389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24912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 Verifier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2724912" y="5303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build/lint、预览对比、人工确认、发布确认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45352" y="41605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4389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19672" y="4800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沉淀 Archivist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19672" y="5303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轨迹归档、复盘、术语库/案例库演进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人类始终是协同房间成员(Human-in-the-Loop);运行时映射 AgentTeams:QwenPaw / Hermes(cran-code)/ OpenClaw。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协同设计基点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映射到 AgentTeams(原名 Hiclaw)框架能力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能力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ViberFix 本地等价实现(当前代码)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488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角色编排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51760" y="214884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Manager-Workers 声明式资源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0" y="214884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编排 + cran-code/dsh 扮演 Worker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8986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2898648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房间 + MinIO 共享文件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0" y="289864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桥接队列 JSON + uploads 截图目录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48456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64845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651760" y="36484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多运行时 Worker 同房间协作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0" y="36484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QwenWork / cran-code(MCP)/ dsh(插件)三运行时同队列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98264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39826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状态追踪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51760" y="439826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生命周期 + 心跳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0" y="439826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pending→picked_up→done/failed + trace.jsonl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148072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14807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人工干预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651760" y="514807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Web 默认可见可干预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0" y="514807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扩展面板裁决点:预览叠加对比、「就按这个改」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89788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589788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凭证隔离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651760" y="589788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Higress 持真凭证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0" y="58978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桥接仅本地回环;Agent 不持有第三方密钥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Skill 工程体系(必选项)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三个核心 Skill,九字段齐全(详见设计文档)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viber-fix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编排与修复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输入输出:消费队列 → 定位源码 → 定向改码 → 状态回写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4023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失败处理:bridge 未启动自启重试;定位失败 fail 附原因,不静默吞错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style-advisor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1772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样式推荐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输入输出:截图+计算样式 → 2-3 个设计方向,用户一键应用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失败处理:只读不改码;超时提示,不产出空推荐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preview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12480" y="26060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生图预览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1248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输入输出:意见画成预览图 → 叠加页面对比 → 裁决依据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12480" y="4023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失败处理:生图失败可退化为纯文字意见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复用价值:任何「视觉反馈→代码修改」场景(设计走查、客户验收)可复用;版本随仓库演进,开源分发。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MCP 与工具集成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一套工具契约,三种接入形态,状态完全一致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QwenWork skill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千问办公 Agent 原生消费队列;口令「处理整改请求」或定时触发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skill/SKILL.md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server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772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cran-code(猹询码)零改造接入;AgentTeams 可以 CRD 声明式挂载;任意 MCP 客户端可用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1772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bridge/mcp-server.js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520440" cy="3017520"/>
          </a:xfrm>
          <a:prstGeom prst="roundRect">
            <a:avLst>
              <a:gd name="adj" fmla="val 2424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0" y="2103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DSH 插件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0" y="26974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Harness「一切皆插件」:bundle patch 插入工具行,Code Mode 自动可用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0" y="4206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integrations/dsh/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承担任务能力抽象层,MCP 承担工具连接层——解耦后,换运行时不换契约;未用云产品处均给出等价契约与迁移说明。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可观测(推荐项)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执行轨迹:从 Demo 走向 Production 的证据链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766560" cy="3931920"/>
          </a:xfrm>
          <a:prstGeom prst="roundRect">
            <a:avLst>
              <a:gd name="adj" fmla="val 186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C8C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data/trace.jsonl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6217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{"ts":"…","event":"request.created","id":"…-8wk48","type":"fix","roleGuess":"sidebar"}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{"ts":"…","event":"status.changed","id":"…","status":"picked_up"}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{"ts":"…","event":"response.sent","id":"…","suggestions":2}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{"ts":"…","event":"preview.sent","id":"…","file":"…-preview.png"}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E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{"ts":"…","event":"status.changed","id":"…","status":"done","summary":"侧边栏→新拟态"}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589520" y="182880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18120" y="1993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+ Trace 两类数据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18120" y="2423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覆盖请求生命周期与工具调用结果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0" y="315468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18120" y="33192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三入口可读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81812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/api/trace · CLI trace · MCP viberfix_trace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0" y="4480560"/>
            <a:ext cx="4069080" cy="1143000"/>
          </a:xfrm>
          <a:prstGeom prst="roundRect">
            <a:avLst>
              <a:gd name="adj" fmla="val 64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18120" y="464515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证据存档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818120" y="5074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截图、预览图、done 总结随请求持久化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语义规范:事件名+ISO 时间戳+请求 id,可平滑映射 OpenTelemetry GenAI span。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工程落地与安全可审计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审批、回滚与权限边界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人工审批点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生图预览叠加在页面上对比,用户点「就按这个改」才触发改码;Matrix 房间内全程可见可干预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可回滚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651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每次修复独立 git 提交;失败即 git revert;failed 状态必附原因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权限边界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68680" y="48006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桥接仅监听 127.0.0.1;Agent 只在 projectPath 内改码;不持有任何第三方密钥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94960" cy="1874520"/>
          </a:xfrm>
          <a:prstGeom prst="roundRect">
            <a:avLst>
              <a:gd name="adj" fmla="val 3902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C45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降级与幂等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48006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不可用时有 CLI/HTTP 等价能力;pickup/done 为状态机迁移,重复调用无副作用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RAG 与上下文增强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四项能力实现三项(要求 ≥ 2)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共享状态管理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桥接队列 + uploads 目录 = 本地版 MinIO;三运行时读写同一状态,Worker 无状态化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92024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1945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轨迹可观测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383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trace.jsonl 全链路事件;支持离线评估整改成功率与耗时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194560"/>
            <a:ext cx="457200" cy="457200"/>
          </a:xfrm>
          <a:prstGeom prst="ellipse">
            <a:avLst/>
          </a:prstGeom>
          <a:solidFill>
            <a:srgbClr val="6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 RAG(轻量)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12480" y="3383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设计术语(带英文 prompt)+ rolePresets 案例库,检索增强注入整改指令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接入数据源,Skill 封装检索与写入,Agent 判断检索结果是否足以支撑决策——三层职责清晰。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可行性与当前进展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全链路已跑通,不是 PPT 概念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25880" y="18288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 扩展 MV3:框选/术语库/AI 推荐/生图预览叠加对比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2880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95160" y="18288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零依赖桥接服务:队列 + 截图存储 + 控制台 + trace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0632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25880" y="30632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QwenWork skill viber-fix 已安装可用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06324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306324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95160" y="306324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server(stdio)+ DSH 插件包 + cran-code 接入配置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29768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25880" y="4297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启发式单元测试真抓真修:main-nav 识别、高卡片区误判导航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4297680"/>
            <a:ext cx="539496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4297680"/>
            <a:ext cx="45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429768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仓库公开:github.com/NLPark-Cran/viber-fix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3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Demo:本地 demo 靶子页 + 控制台 127.0.0.1:8787;复赛补 AgentTeams 房间化部署与评测数据。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 开放 / 开源贡献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开源计划与演进路线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66928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920240" y="18288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仓库公开可访问;桥接零依赖、单文件可跑;文档齐全(README/设计文档/集成指南)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566928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6324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920240" y="30632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MIT;第三方依赖(仅浏览器原生 API 与 Node 内置模块)零许可证风险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297680"/>
            <a:ext cx="5669280" cy="1005840"/>
          </a:xfrm>
          <a:prstGeom prst="roundRect">
            <a:avLst>
              <a:gd name="adj" fmla="val 7273"/>
            </a:avLst>
          </a:prstGeom>
          <a:solidFill>
            <a:srgbClr val="161B26"/>
          </a:solidFill>
          <a:ln w="12700">
            <a:solidFill>
              <a:srgbClr val="2A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29768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生态位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920240" y="42976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dsh-plugin topic 登记;cran-code 生态技能;术语库 terms.json 独立可分发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8368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CF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复赛:AgentTeams 房间化编排 + 评测指标(整改成功率/往返次数/耗时)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0" y="2880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Firefox 版本与请求合并去重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37490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与 dev server 热更新联动,改完自动刷新验证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46177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▸ 术语库社区贡献流程(PR 词条 + 版本化)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430000" y="640080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D63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94960" y="109728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◆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1371600" y="2651760"/>
            <a:ext cx="9418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EA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哪里不爽点哪里!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37490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1A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让每一句「看着不对」,都变成一次可验证的修复。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493776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C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猹码古道 · github.com/NLPark-Cran/viber-fix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ViberFix 哪里不爽点哪里 · 猹码古道</dc:title>
  <dc:subject>PptxGenJS Presentation</dc:subject>
  <dc:creator>PptxGenJS</dc:creator>
  <cp:lastModifiedBy>PptxGenJS</cp:lastModifiedBy>
  <cp:revision>1</cp:revision>
  <dcterms:created xsi:type="dcterms:W3CDTF">2026-08-15T15:22:50Z</dcterms:created>
  <dcterms:modified xsi:type="dcterms:W3CDTF">2026-08-15T15:22:50Z</dcterms:modified>
</cp:coreProperties>
</file>